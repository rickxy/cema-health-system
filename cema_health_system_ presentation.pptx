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0" r:id="rId12"/>
    <p:sldId id="271" r:id="rId13"/>
    <p:sldId id="273" r:id="rId14"/>
    <p:sldId id="272" r:id="rId15"/>
    <p:sldId id="263" r:id="rId16"/>
    <p:sldId id="264" r:id="rId17"/>
    <p:sldId id="265" r:id="rId18"/>
    <p:sldId id="26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ema.kaiscab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ema.kaiscab.com/" TargetMode="External"/><Relationship Id="rId2" Type="http://schemas.openxmlformats.org/officeDocument/2006/relationships/hyperlink" Target="https://github.com/rickxy/cema-health-system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CEMA Health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Modern Healthcare Management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Project Overview</a:t>
            </a:r>
          </a:p>
          <a:p>
            <a:pPr>
              <a:defRPr sz="1800"/>
            </a:pPr>
            <a:r>
              <a:t>2. Key Features</a:t>
            </a:r>
          </a:p>
          <a:p>
            <a:pPr>
              <a:defRPr sz="1800"/>
            </a:pPr>
            <a:r>
              <a:t>3. Technical Architecture</a:t>
            </a:r>
          </a:p>
          <a:p>
            <a:pPr>
              <a:defRPr sz="1800"/>
            </a:pPr>
            <a:r>
              <a:t>4. Dashboard &amp; Analytics</a:t>
            </a:r>
          </a:p>
          <a:p>
            <a:pPr>
              <a:defRPr sz="1800"/>
            </a:pPr>
            <a:r>
              <a:t>5. Security &amp; Compliance</a:t>
            </a:r>
          </a:p>
          <a:p>
            <a:pPr>
              <a:defRPr sz="1800"/>
            </a:pPr>
            <a:r>
              <a:t>6. Testing &amp; Quality Assurance</a:t>
            </a:r>
          </a:p>
          <a:p>
            <a:pPr>
              <a:defRPr sz="1800"/>
            </a:pPr>
            <a:r>
              <a:t>7. Deployment &amp; Scalability</a:t>
            </a:r>
          </a:p>
          <a:p>
            <a:pPr>
              <a:defRPr sz="1800"/>
            </a:pPr>
            <a:r>
              <a:t>8. 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• Django-based healthcare management system</a:t>
            </a:r>
          </a:p>
          <a:p>
            <a:pPr>
              <a:defRPr sz="1800"/>
            </a:pPr>
            <a:r>
              <a:t>• Designed for managing clients and health programs</a:t>
            </a:r>
          </a:p>
          <a:p>
            <a:pPr>
              <a:defRPr sz="1800"/>
            </a:pPr>
            <a:r>
              <a:t>• Modern, scalable architecture</a:t>
            </a:r>
          </a:p>
          <a:p>
            <a:pPr>
              <a:defRPr sz="1800"/>
            </a:pPr>
            <a:r>
              <a:t>• Containerized deployment</a:t>
            </a:r>
          </a:p>
          <a:p>
            <a:pPr>
              <a:defRPr sz="1800"/>
            </a:pPr>
            <a:r>
              <a:t>• RESTful API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• Comprehensive client management</a:t>
            </a:r>
          </a:p>
          <a:p>
            <a:pPr>
              <a:defRPr sz="1800"/>
            </a:pPr>
            <a:r>
              <a:t>• Program enrollment tracking</a:t>
            </a:r>
          </a:p>
          <a:p>
            <a:pPr>
              <a:defRPr sz="1800"/>
            </a:pPr>
            <a:r>
              <a:t>• Real-time analytics dashboard</a:t>
            </a:r>
          </a:p>
          <a:p>
            <a:pPr>
              <a:defRPr sz="1800"/>
            </a:pPr>
            <a:r>
              <a:t>• Audit logging system</a:t>
            </a:r>
          </a:p>
          <a:p>
            <a:pPr>
              <a:defRPr sz="1800"/>
            </a:pPr>
            <a:r>
              <a:t>• Multi-language support</a:t>
            </a:r>
          </a:p>
          <a:p>
            <a:pPr>
              <a:defRPr sz="1800"/>
            </a:pPr>
            <a:r>
              <a:t>• Responsive web interface</a:t>
            </a:r>
          </a:p>
          <a:p>
            <a:pPr>
              <a:defRPr sz="1800"/>
            </a:pPr>
            <a:r>
              <a:t>• Secure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Backend Stack:</a:t>
            </a:r>
          </a:p>
          <a:p>
            <a:pPr>
              <a:defRPr sz="1800"/>
            </a:pPr>
            <a:r>
              <a:t>- Django 4.2.5</a:t>
            </a:r>
          </a:p>
          <a:p>
            <a:pPr>
              <a:defRPr sz="1800"/>
            </a:pPr>
            <a:r>
              <a:t>- Django REST Framework</a:t>
            </a:r>
          </a:p>
          <a:p>
            <a:pPr>
              <a:defRPr sz="1800"/>
            </a:pPr>
            <a:r>
              <a:t>- PostgreSQL</a:t>
            </a:r>
          </a:p>
          <a:p>
            <a:pPr>
              <a:defRPr sz="1800"/>
            </a:pPr>
            <a:r>
              <a:t>- Redis</a:t>
            </a:r>
          </a:p>
          <a:p>
            <a:pPr>
              <a:defRPr sz="1800"/>
            </a:pPr>
            <a:r>
              <a:t>- Celery</a:t>
            </a:r>
          </a:p>
          <a:p>
            <a:pPr>
              <a:defRPr sz="1800"/>
            </a:pPr>
            <a:r>
              <a:t>Frontend Stack:</a:t>
            </a:r>
          </a:p>
          <a:p>
            <a:pPr>
              <a:defRPr sz="1800"/>
            </a:pPr>
            <a:r>
              <a:t>- HTML5/CSS3</a:t>
            </a:r>
          </a:p>
          <a:p>
            <a:pPr>
              <a:defRPr sz="1800"/>
            </a:pPr>
            <a:r>
              <a:t>- JavaScript</a:t>
            </a:r>
          </a:p>
          <a:p>
            <a:pPr>
              <a:defRPr sz="1800"/>
            </a:pPr>
            <a:r>
              <a:t>- Bootstrap</a:t>
            </a:r>
          </a:p>
          <a:p>
            <a:pPr>
              <a:defRPr sz="1800"/>
            </a:pPr>
            <a:r>
              <a:t>- DataTables</a:t>
            </a:r>
          </a:p>
          <a:p>
            <a:pPr>
              <a:defRPr sz="1800"/>
            </a:pPr>
            <a:r>
              <a:t>- ApexCharts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Key Metrics:</a:t>
            </a:r>
          </a:p>
          <a:p>
            <a:pPr>
              <a:defRPr sz="1800"/>
            </a:pPr>
            <a:r>
              <a:t>- Client statistics</a:t>
            </a:r>
          </a:p>
          <a:p>
            <a:pPr>
              <a:defRPr sz="1800"/>
            </a:pPr>
            <a:r>
              <a:t>- Program enrollment rates</a:t>
            </a:r>
          </a:p>
          <a:p>
            <a:pPr>
              <a:defRPr sz="1800"/>
            </a:pPr>
            <a:r>
              <a:t>- Gender distribution</a:t>
            </a:r>
          </a:p>
          <a:p>
            <a:pPr>
              <a:defRPr sz="1800"/>
            </a:pPr>
            <a:r>
              <a:t>- Success rates</a:t>
            </a:r>
          </a:p>
          <a:p>
            <a:pPr>
              <a:defRPr sz="1800"/>
            </a:pPr>
            <a:r>
              <a:t>- Dropout analysis</a:t>
            </a:r>
          </a:p>
          <a:p>
            <a:pPr>
              <a:defRPr sz="1800"/>
            </a:pPr>
            <a:r>
              <a:t>- Active programs</a:t>
            </a:r>
          </a:p>
          <a:p>
            <a:pPr>
              <a:defRPr sz="1800"/>
            </a:pPr>
            <a:r>
              <a:t>Visualization:</a:t>
            </a:r>
          </a:p>
          <a:p>
            <a:pPr>
              <a:defRPr sz="1800"/>
            </a:pPr>
            <a:r>
              <a:t>- Interactive charts</a:t>
            </a:r>
          </a:p>
          <a:p>
            <a:pPr>
              <a:defRPr sz="1800"/>
            </a:pPr>
            <a:r>
              <a:t>- Real-time updates</a:t>
            </a:r>
          </a:p>
          <a:p>
            <a:pPr>
              <a:defRPr sz="1800"/>
            </a:pPr>
            <a:r>
              <a:t>- Custom reports</a:t>
            </a:r>
          </a:p>
          <a:p>
            <a:pPr>
              <a:defRPr sz="1800"/>
            </a:pPr>
            <a:r>
              <a:t>- Export capabilities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• JWT authentication</a:t>
            </a:r>
          </a:p>
          <a:p>
            <a:pPr>
              <a:defRPr sz="1800"/>
            </a:pPr>
            <a:r>
              <a:t>• CSRF protection</a:t>
            </a:r>
          </a:p>
          <a:p>
            <a:pPr>
              <a:defRPr sz="1800"/>
            </a:pPr>
            <a:r>
              <a:t>• Rate limiting</a:t>
            </a:r>
          </a:p>
          <a:p>
            <a:pPr>
              <a:defRPr sz="1800"/>
            </a:pPr>
            <a:r>
              <a:t>• Input validation</a:t>
            </a:r>
          </a:p>
          <a:p>
            <a:pPr>
              <a:defRPr sz="1800"/>
            </a:pPr>
            <a:r>
              <a:t>• Audit logging</a:t>
            </a:r>
          </a:p>
          <a:p>
            <a:pPr>
              <a:defRPr sz="1800"/>
            </a:pPr>
            <a:r>
              <a:t>• Environment-based configuration</a:t>
            </a:r>
          </a:p>
          <a:p>
            <a:pPr>
              <a:defRPr sz="1800"/>
            </a:pPr>
            <a:r>
              <a:t>• Secure data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dirty="0" smtClean="0"/>
              <a:t>Login page</a:t>
            </a:r>
          </a:p>
          <a:p>
            <a:pPr>
              <a:defRPr sz="1800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969" y="2125092"/>
            <a:ext cx="7688062" cy="432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1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dirty="0" smtClean="0"/>
              <a:t>Doctor Dashboard page</a:t>
            </a:r>
          </a:p>
          <a:p>
            <a:pPr>
              <a:defRPr sz="1800"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56" y="2041864"/>
            <a:ext cx="7896687" cy="452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27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dirty="0" smtClean="0"/>
              <a:t>Clients Module</a:t>
            </a:r>
          </a:p>
          <a:p>
            <a:pPr>
              <a:defRPr sz="1800"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91" y="1994732"/>
            <a:ext cx="7705817" cy="431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733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dirty="0" smtClean="0"/>
              <a:t>Programs Module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81" y="2134001"/>
            <a:ext cx="7421732" cy="417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615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dirty="0" smtClean="0"/>
              <a:t>Program Enrollment Module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695" y="2129007"/>
            <a:ext cx="7430610" cy="417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0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dirty="0" smtClean="0"/>
              <a:t>System Users Module</a:t>
            </a:r>
          </a:p>
          <a:p>
            <a:pPr marL="0" indent="0">
              <a:buNone/>
              <a:defRPr sz="1800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213" y="1964215"/>
            <a:ext cx="7723573" cy="434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23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lang="en-US" dirty="0" smtClean="0"/>
              <a:t>Activities Logs Module</a:t>
            </a:r>
          </a:p>
          <a:p>
            <a:pPr marL="0" indent="0">
              <a:buNone/>
              <a:defRPr sz="1800"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889" y="2074076"/>
            <a:ext cx="7528264" cy="423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08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Test Coverage:</a:t>
            </a:r>
          </a:p>
          <a:p>
            <a:pPr>
              <a:defRPr sz="1800"/>
            </a:pPr>
            <a:r>
              <a:t>- API endpoints</a:t>
            </a:r>
          </a:p>
          <a:p>
            <a:pPr>
              <a:defRPr sz="1800"/>
            </a:pPr>
            <a:r>
              <a:t>- User authentication</a:t>
            </a:r>
          </a:p>
          <a:p>
            <a:pPr>
              <a:defRPr sz="1800"/>
            </a:pPr>
            <a:r>
              <a:t>- Client management</a:t>
            </a:r>
          </a:p>
          <a:p>
            <a:pPr>
              <a:defRPr sz="1800"/>
            </a:pPr>
            <a:r>
              <a:t>- Program management</a:t>
            </a:r>
          </a:p>
          <a:p>
            <a:pPr>
              <a:defRPr sz="1800"/>
            </a:pPr>
            <a:r>
              <a:t>- Enrollment tracking</a:t>
            </a:r>
          </a:p>
          <a:p>
            <a:pPr>
              <a:defRPr sz="1800"/>
            </a:pPr>
            <a:r>
              <a:t>- Dashboard statistics</a:t>
            </a:r>
          </a:p>
          <a:p>
            <a:pPr>
              <a:defRPr sz="1800"/>
            </a:pPr>
            <a:r>
              <a:t>Testing Tools:</a:t>
            </a:r>
          </a:p>
          <a:p>
            <a:pPr>
              <a:defRPr sz="1800"/>
            </a:pPr>
            <a:r>
              <a:t>- Django Test Framework</a:t>
            </a:r>
          </a:p>
          <a:p>
            <a:pPr>
              <a:defRPr sz="1800"/>
            </a:pPr>
            <a:r>
              <a:t>- Coverage reporting</a:t>
            </a:r>
          </a:p>
          <a:p>
            <a:pPr>
              <a:defRPr sz="1800"/>
            </a:pPr>
            <a:r>
              <a:t>- Automated testing</a:t>
            </a:r>
          </a:p>
          <a:p>
            <a:pPr>
              <a:defRPr sz="1800"/>
            </a:pPr>
            <a:r>
              <a:t>- CI/CD integration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Development:</a:t>
            </a:r>
          </a:p>
          <a:p>
            <a:pPr>
              <a:defRPr sz="1800"/>
            </a:pPr>
            <a:r>
              <a:rPr dirty="0"/>
              <a:t>- Local development setup</a:t>
            </a:r>
          </a:p>
          <a:p>
            <a:pPr>
              <a:defRPr sz="1800"/>
            </a:pPr>
            <a:r>
              <a:rPr dirty="0"/>
              <a:t>- Virtual environment</a:t>
            </a:r>
          </a:p>
          <a:p>
            <a:pPr>
              <a:defRPr sz="1800"/>
            </a:pPr>
            <a:r>
              <a:rPr dirty="0"/>
              <a:t>- Debug mode</a:t>
            </a:r>
          </a:p>
          <a:p>
            <a:pPr>
              <a:defRPr sz="1800"/>
            </a:pPr>
            <a:r>
              <a:rPr dirty="0"/>
              <a:t>Production:</a:t>
            </a:r>
          </a:p>
          <a:p>
            <a:pPr>
              <a:defRPr sz="1800"/>
            </a:pPr>
            <a:r>
              <a:rPr dirty="0"/>
              <a:t>- Docker containers</a:t>
            </a:r>
          </a:p>
          <a:p>
            <a:pPr>
              <a:defRPr sz="1800"/>
            </a:pPr>
            <a:r>
              <a:rPr dirty="0"/>
              <a:t>- Nginx reverse proxy</a:t>
            </a:r>
          </a:p>
          <a:p>
            <a:pPr>
              <a:defRPr sz="1800"/>
            </a:pPr>
            <a:r>
              <a:rPr dirty="0"/>
              <a:t>- </a:t>
            </a:r>
            <a:r>
              <a:rPr dirty="0" err="1"/>
              <a:t>Gunicorn</a:t>
            </a:r>
            <a:r>
              <a:rPr dirty="0"/>
              <a:t> application server</a:t>
            </a:r>
          </a:p>
          <a:p>
            <a:pPr>
              <a:defRPr sz="1800"/>
            </a:pPr>
            <a:r>
              <a:rPr dirty="0"/>
              <a:t>- PostgreSQL database</a:t>
            </a:r>
          </a:p>
          <a:p>
            <a:pPr>
              <a:defRPr sz="1800"/>
            </a:pPr>
            <a:r>
              <a:rPr dirty="0"/>
              <a:t>- </a:t>
            </a:r>
            <a:r>
              <a:rPr dirty="0" err="1"/>
              <a:t>Redis</a:t>
            </a:r>
            <a:r>
              <a:rPr dirty="0"/>
              <a:t> caching</a:t>
            </a:r>
          </a:p>
          <a:p>
            <a:pPr>
              <a:defRPr sz="1800"/>
            </a:pPr>
            <a:r>
              <a:rPr dirty="0"/>
              <a:t>- Celery task </a:t>
            </a:r>
            <a:r>
              <a:rPr dirty="0" smtClean="0"/>
              <a:t>queue</a:t>
            </a:r>
            <a:endParaRPr lang="en-US" dirty="0" smtClean="0"/>
          </a:p>
          <a:p>
            <a:pPr marL="0" indent="0">
              <a:buNone/>
              <a:defRPr sz="1800"/>
            </a:pPr>
            <a:r>
              <a:rPr lang="en-US" sz="2400" b="1" dirty="0" smtClean="0"/>
              <a:t>           Deployment </a:t>
            </a:r>
            <a:r>
              <a:rPr lang="en-US" sz="2400" b="1" dirty="0"/>
              <a:t>Link  - </a:t>
            </a:r>
            <a:r>
              <a:rPr lang="en-US" sz="2400" b="1" dirty="0">
                <a:hlinkClick r:id="rId2"/>
              </a:rPr>
              <a:t>https://</a:t>
            </a:r>
            <a:r>
              <a:rPr lang="en-US" sz="2400" b="1" dirty="0" smtClean="0">
                <a:hlinkClick r:id="rId2"/>
              </a:rPr>
              <a:t>cema.kaiscab.com/</a:t>
            </a:r>
            <a:endParaRPr lang="en-US" sz="2400" b="1" dirty="0" smtClean="0"/>
          </a:p>
          <a:p>
            <a:pPr marL="0" indent="0">
              <a:buNone/>
              <a:defRPr sz="1800"/>
            </a:pPr>
            <a:endParaRPr sz="24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defRPr sz="1800"/>
            </a:pPr>
            <a:r>
              <a:t>Planned Features:</a:t>
            </a:r>
          </a:p>
          <a:p>
            <a:pPr>
              <a:defRPr sz="1800"/>
            </a:pPr>
            <a:r>
              <a:t>- Mobile application</a:t>
            </a:r>
          </a:p>
          <a:p>
            <a:pPr>
              <a:defRPr sz="1800"/>
            </a:pPr>
            <a:r>
              <a:t>- Advanced analytics</a:t>
            </a:r>
          </a:p>
          <a:p>
            <a:pPr>
              <a:defRPr sz="1800"/>
            </a:pPr>
            <a:r>
              <a:t>- AI-powered insights</a:t>
            </a:r>
          </a:p>
          <a:p>
            <a:pPr>
              <a:defRPr sz="1800"/>
            </a:pPr>
            <a:r>
              <a:t>- Integration with health devices</a:t>
            </a:r>
          </a:p>
          <a:p>
            <a:pPr>
              <a:defRPr sz="1800"/>
            </a:pPr>
            <a:r>
              <a:t>- Telemedicine capabilities</a:t>
            </a:r>
          </a:p>
          <a:p>
            <a:pPr>
              <a:defRPr sz="1800"/>
            </a:pPr>
            <a:r>
              <a:t>- Enhanced reporting</a:t>
            </a:r>
          </a:p>
          <a:p>
            <a:pPr>
              <a:defRPr sz="1800"/>
            </a:pPr>
            <a:r>
              <a:t>Technical Improvements:</a:t>
            </a:r>
          </a:p>
          <a:p>
            <a:pPr>
              <a:defRPr sz="1800"/>
            </a:pPr>
            <a:r>
              <a:t>- Performance optimization</a:t>
            </a:r>
          </a:p>
          <a:p>
            <a:pPr>
              <a:defRPr sz="1800"/>
            </a:pPr>
            <a:r>
              <a:t>- Microservices architecture</a:t>
            </a:r>
          </a:p>
          <a:p>
            <a:pPr>
              <a:defRPr sz="1800"/>
            </a:pPr>
            <a:r>
              <a:t>- Enhanced security features</a:t>
            </a:r>
          </a:p>
          <a:p>
            <a:pPr>
              <a:defRPr sz="1800"/>
            </a:pPr>
            <a:r>
              <a:t>- Advanced caching</a:t>
            </a:r>
          </a:p>
          <a:p>
            <a:pPr>
              <a:defRPr sz="1800"/>
            </a:pPr>
            <a:r>
              <a:t>- Real-time updates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sz="4000" dirty="0"/>
          </a:p>
          <a:p>
            <a:pPr algn="ctr">
              <a:defRPr sz="1800"/>
            </a:pPr>
            <a:r>
              <a:rPr sz="2400" dirty="0"/>
              <a:t>Questions?</a:t>
            </a:r>
          </a:p>
          <a:p>
            <a:pPr algn="ctr">
              <a:defRPr sz="1800"/>
            </a:pPr>
            <a:r>
              <a:rPr sz="2400" dirty="0"/>
              <a:t>Contact: </a:t>
            </a:r>
            <a:r>
              <a:rPr lang="en-US" sz="2400" smtClean="0"/>
              <a:t>+ </a:t>
            </a:r>
            <a:r>
              <a:rPr lang="en-US" sz="2400" smtClean="0"/>
              <a:t>254740025323</a:t>
            </a:r>
            <a:endParaRPr sz="2400" dirty="0"/>
          </a:p>
          <a:p>
            <a:pPr algn="ctr">
              <a:defRPr sz="1800"/>
            </a:pPr>
            <a:r>
              <a:rPr sz="2400" dirty="0"/>
              <a:t>Repository: </a:t>
            </a:r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github.com/rickxy/cema-health-system.git</a:t>
            </a:r>
            <a:endParaRPr lang="en-US" sz="2400" dirty="0" smtClean="0"/>
          </a:p>
          <a:p>
            <a:pPr algn="ctr">
              <a:defRPr sz="1800"/>
            </a:pPr>
            <a:r>
              <a:rPr lang="en-US" sz="2400" dirty="0"/>
              <a:t>Deployment Link - </a:t>
            </a:r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cema.kaiscab.com/</a:t>
            </a:r>
            <a:endParaRPr lang="en-US" sz="2400" dirty="0" smtClean="0"/>
          </a:p>
          <a:p>
            <a:pPr algn="ctr">
              <a:defRPr sz="1800"/>
            </a:pPr>
            <a:endParaRPr lang="en-US" sz="24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372</Words>
  <Application>Microsoft Office PowerPoint</Application>
  <PresentationFormat>On-screen Show (4:3)</PresentationFormat>
  <Paragraphs>128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CEMA Health System</vt:lpstr>
      <vt:lpstr>Agenda</vt:lpstr>
      <vt:lpstr>Project Overview</vt:lpstr>
      <vt:lpstr>Key Features</vt:lpstr>
      <vt:lpstr>Technical Architecture</vt:lpstr>
      <vt:lpstr>Dashboard &amp; Analytics</vt:lpstr>
      <vt:lpstr>Security &amp; Compliance</vt:lpstr>
      <vt:lpstr>Design</vt:lpstr>
      <vt:lpstr>Design</vt:lpstr>
      <vt:lpstr>Design</vt:lpstr>
      <vt:lpstr>Design</vt:lpstr>
      <vt:lpstr>Design</vt:lpstr>
      <vt:lpstr>Design</vt:lpstr>
      <vt:lpstr>Design</vt:lpstr>
      <vt:lpstr>Testing &amp; Quality Assurance</vt:lpstr>
      <vt:lpstr>Deployment &amp; Scalability</vt:lpstr>
      <vt:lpstr>Future Roadmap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CEMA Health System</dc:title>
  <dc:subject/>
  <dc:creator>Erick Omundi</dc:creator>
  <cp:keywords/>
  <dc:description>generated using python-pptx</dc:description>
  <cp:lastModifiedBy>Erick Omundi</cp:lastModifiedBy>
  <cp:revision>6</cp:revision>
  <dcterms:created xsi:type="dcterms:W3CDTF">2013-01-27T09:14:16Z</dcterms:created>
  <dcterms:modified xsi:type="dcterms:W3CDTF">2025-04-28T04:33:23Z</dcterms:modified>
  <cp:category/>
</cp:coreProperties>
</file>